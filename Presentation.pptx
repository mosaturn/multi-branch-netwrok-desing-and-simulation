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erif Display" charset="1" panose="00000000000000000000"/>
      <p:regular r:id="rId15"/>
    </p:embeddedFon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  <p:embeddedFont>
      <p:font typeface="Arimo Bold" charset="1" panose="020B0704020202020204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2862" y="3275878"/>
            <a:ext cx="1748227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Mult</a:t>
            </a:r>
            <a:r>
              <a:rPr lang="en-US" sz="9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i-Branch Network Automation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ASSIGNMENT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38321" y="8437383"/>
            <a:ext cx="501135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Mohamed Yasser Khalifa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TELECOM ENGINEER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MOHAMED YASSER KHALIFA</a:t>
            </a:r>
          </a:p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613003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7282" y="3393172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Network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21560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Addressing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3003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Automation Archeticture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3003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7282" y="5571356"/>
            <a:ext cx="253774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Monitoring and Failover Logic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167282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21560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Mock Simulation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21560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969401" y="5245419"/>
            <a:ext cx="9642176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Applies 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nitial conf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gurat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all rou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swit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5578087" y="5143500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605504" y="5241609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96819" y="6543361"/>
            <a:ext cx="9642176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itors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connectivity between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branches 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605504" y="6441442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42447" y="6539551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9401" y="7879075"/>
            <a:ext cx="9792823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ally upd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configurat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if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down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578087" y="7739383"/>
            <a:ext cx="909958" cy="9099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605504" y="7837493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MOHAMED YASSER KHALIFA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97549" y="2637790"/>
            <a:ext cx="16092901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Desig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a resilient, multi-branch archi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(HQ, Giz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Alexa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ndria) wit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automate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ovi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ioning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and self-he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aling.</a:t>
            </a:r>
          </a:p>
          <a:p>
            <a:pPr algn="just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You must design the IP addressing plan, network topology, and create a Python script that: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560520"/>
            <a:ext cx="16328179" cy="6378195"/>
          </a:xfrm>
          <a:custGeom>
            <a:avLst/>
            <a:gdLst/>
            <a:ahLst/>
            <a:cxnLst/>
            <a:rect r="r" b="b" t="t" l="l"/>
            <a:pathLst>
              <a:path h="6378195" w="16328179">
                <a:moveTo>
                  <a:pt x="0" y="0"/>
                </a:moveTo>
                <a:lnTo>
                  <a:pt x="16328179" y="0"/>
                </a:lnTo>
                <a:lnTo>
                  <a:pt x="16328179" y="6378195"/>
                </a:lnTo>
                <a:lnTo>
                  <a:pt x="0" y="637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740086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Network Topology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MOHAMED YASSER KHALIFA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66399" y="2739357"/>
          <a:ext cx="15595064" cy="4808285"/>
        </p:xfrm>
        <a:graphic>
          <a:graphicData uri="http://schemas.openxmlformats.org/drawingml/2006/table">
            <a:tbl>
              <a:tblPr/>
              <a:tblGrid>
                <a:gridCol w="5087135"/>
                <a:gridCol w="3107650"/>
                <a:gridCol w="3344960"/>
                <a:gridCol w="4055319"/>
              </a:tblGrid>
              <a:tr h="119852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10.0.xy.0/30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x--&gt; WAN, y--&gt;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10.0.</a:t>
                      </a:r>
                      <a:r>
                        <a:rPr lang="en-US" sz="2500" b="true">
                          <a:solidFill>
                            <a:srgbClr val="FF3131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</a:t>
                      </a:r>
                      <a:r>
                        <a:rPr lang="en-US" sz="2500" b="true">
                          <a:solidFill>
                            <a:srgbClr val="3E7C01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</a:t>
                      </a: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1106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10.x.y.0/24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x--&gt; branch, y--&gt; VLAN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</a:t>
                      </a:r>
                      <a:r>
                        <a:rPr lang="en-US" sz="2500" b="true">
                          <a:solidFill>
                            <a:srgbClr val="FF3131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</a:t>
                      </a: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.</a:t>
                      </a:r>
                      <a:r>
                        <a:rPr lang="en-US" sz="2500" b="true">
                          <a:solidFill>
                            <a:srgbClr val="3E7C01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</a:t>
                      </a: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158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Router to Switch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10.x.0.0/30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x--&gt; branch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</a:t>
                      </a:r>
                      <a:r>
                        <a:rPr lang="en-US" sz="2500" b="true">
                          <a:solidFill>
                            <a:srgbClr val="FF3131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</a:t>
                      </a: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.0.1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707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loopback (management)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10.x.x.x</a:t>
                      </a:r>
                      <a:endParaRPr lang="en-US" sz="1100"/>
                    </a:p>
                    <a:p>
                      <a:pPr algn="just">
                        <a:lnSpc>
                          <a:spcPts val="3500"/>
                        </a:lnSpc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10.xx.xx.xx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x--&gt; branch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</a:t>
                      </a:r>
                      <a:r>
                        <a:rPr lang="en-US" sz="2500" b="true">
                          <a:solidFill>
                            <a:srgbClr val="FF3131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1.1.1</a:t>
                      </a:r>
                      <a:endParaRPr lang="en-US" sz="1100"/>
                    </a:p>
                    <a:p>
                      <a:pPr algn="just">
                        <a:lnSpc>
                          <a:spcPts val="3500"/>
                        </a:lnSpc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10.</a:t>
                      </a:r>
                      <a:r>
                        <a:rPr lang="en-US" sz="2500" b="true">
                          <a:solidFill>
                            <a:srgbClr val="3E7C01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11.11.11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233825"/>
            <a:ext cx="834779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Addressing &amp; Routing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MOHAMED YASSER KHALIFA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6399" y="8128968"/>
            <a:ext cx="10520428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24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STATIC R</a:t>
            </a:r>
            <a:r>
              <a:rPr lang="en-US" sz="2499" spc="24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OUTING WAS SELECTED FOR THIS DESIGN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970361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Automation Archeticture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MOHAMED YASSER KHALIFA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399" y="2876256"/>
            <a:ext cx="16092901" cy="502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Day 0 Configuration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Device Data (IP, Hostnames, DHCP Pools, ...)</a:t>
            </a:r>
          </a:p>
          <a:p>
            <a:pPr algn="l" marL="1209039" indent="-403013" lvl="2">
              <a:lnSpc>
                <a:spcPts val="447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config.json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NetworkConfigurator class — pushes initial configuration to all devices </a:t>
            </a:r>
          </a:p>
          <a:p>
            <a:pPr algn="l" marL="1209039" indent="-403013" lvl="2">
              <a:lnSpc>
                <a:spcPts val="447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configure.py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NetworkMonitor class — monitors WAN links and handles failover/failback</a:t>
            </a:r>
          </a:p>
          <a:p>
            <a:pPr algn="l" marL="1209039" indent="-403013" lvl="2">
              <a:lnSpc>
                <a:spcPts val="447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monitor.py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Orchestrator — loads config, calls configure, starts monitoring loop</a:t>
            </a:r>
          </a:p>
          <a:p>
            <a:pPr algn="l" marL="1209039" indent="-403013" lvl="2">
              <a:lnSpc>
                <a:spcPts val="447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main.py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97712" y="3868702"/>
          <a:ext cx="15692575" cy="5133975"/>
        </p:xfrm>
        <a:graphic>
          <a:graphicData uri="http://schemas.openxmlformats.org/drawingml/2006/table">
            <a:tbl>
              <a:tblPr/>
              <a:tblGrid>
                <a:gridCol w="3915614"/>
                <a:gridCol w="4347081"/>
                <a:gridCol w="7429880"/>
              </a:tblGrid>
              <a:tr h="102679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Ping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Current Role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Primary 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 nothing — link healthy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Backup 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Failback — restore primary route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Primary 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Failover — push backup route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Backup 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 nothing — backup already 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233825"/>
            <a:ext cx="1250472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Monitoring and Failover Logic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MOHAMED YASSER KHALIFA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90490"/>
            <a:ext cx="16092901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NetworkMonitor class runs a continuous loop, checking WAN link health every 10 seconds using system ping commands via Python's subprocess module.</a:t>
            </a:r>
          </a:p>
          <a:p>
            <a:pPr algn="just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50472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Testing &amp; Simulation (Mock Mode)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MOHAMED YASSER KHALIFA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71478"/>
            <a:ext cx="16092901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simulation layer that replaces real network communication with predefined Cisco IOS responses, allowing the system to be tested and validated without requiring physical devices.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63475"/>
            <a:ext cx="16092901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2799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Link Failure Triggering:</a:t>
            </a:r>
          </a:p>
          <a:p>
            <a:pPr algn="just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Simulates a WAN outage by automatically forcing ping failures after a defined time, allowing the failover mechanism to be tested and validated.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52237" y="8394341"/>
            <a:ext cx="51835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Mohamed Yasser Khalifa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DAHNkw7uCmc</dc:identifier>
  <dcterms:modified xsi:type="dcterms:W3CDTF">2011-08-01T06:04:30Z</dcterms:modified>
  <cp:revision>1</cp:revision>
  <dc:title>Black and White Simple Minimalist Pitch Deck Marketing Presentation</dc:title>
</cp:coreProperties>
</file>